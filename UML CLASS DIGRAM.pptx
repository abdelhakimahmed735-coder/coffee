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60CF-1DA6-53F6-63BC-7438C8F06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D6CE7-D7B0-1A00-37AA-2E555F2F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4D92-2C10-15C7-7890-F98ABBF2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89726-BE73-E2BF-97C4-7DF4520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F0EED-CD33-8FCD-50AA-3A5F4D39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0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764A-5A4B-FE6D-12D5-7EACB388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C563-329C-9A27-BCB7-600AB7D3B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B68C-B32A-992F-3A13-A9A75483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63FAD-A869-7BFC-12BC-BFF8E0F8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B879C-B49F-E62F-DF9F-BC647F86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7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FB5A-0436-9007-D9F9-BD7BFEBC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CCC36-1DBF-8C03-5017-9B6DB1ED6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9314F-39C1-9861-032D-7B2FB3E1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4D777-53B2-6084-F3B8-8FF106EC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E7DC-F09A-1E2D-D23F-1BC573DA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2C5C-DE48-321B-95D6-9495E33B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72DB0-93E0-8ECF-8449-C4E0DA5C5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1FF4B-341E-5181-4B3C-915E70856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45B88-48F7-7282-490B-B96A421A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CBC28-0BDA-56A7-C426-2F804CDB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43121-C24D-FDEF-0E40-00B9BADF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5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0FA-F5C7-E50C-E489-61C03704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5FBB1-4124-EAF9-D61B-BC96B3EBB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2EBAF-2453-E0D2-34B8-F69AC909B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9746F-0451-2409-4193-2A5B387C7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6B0BC-7550-7087-1FF7-99D2D0B93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0F7AB-6298-658C-2408-F1254B2E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CF5C-B815-2655-3BE6-EFE0E23B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FCF51-C129-60E8-EB1E-D99BFD19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592B-743E-7E95-4BF4-BC01ACFA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9FF99-45AA-F57C-D4C6-57FDD9EF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4C586-AD4D-E4AC-6395-663A503D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7F268-2EDB-467B-49F1-B5894C45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1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7D151-23BD-FAE1-6649-9DABCE78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55167-2FF2-C587-8519-0B431FA9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FAB16-843D-3822-F1C6-956E4328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0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5715-3496-89AD-4DB3-345ADF5E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ED1FB-F1B8-2AE7-2BCD-B936F0B2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C320F-EDD8-316B-F09E-3B76F2E99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C4D86-414C-D66F-F03E-C204FAEC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FF1F2-B118-C279-1CD5-9C773613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E4AD5-F1ED-88E0-061B-4FEAAE7F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5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8475-9841-B473-1E3E-4C1F4A9A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C0499-B88B-2468-7B9E-3D7E9D478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DDAA4-85F6-78E7-EE3A-C8BA6902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45499-6B92-7D2D-E5B0-08ABC8FB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09D3-59FE-8A0B-CCA4-7C37F0B8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EB757-6E7F-802E-5725-DA55D933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7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A0F5-3032-3D1F-B679-F0A9505A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15B00-960F-BB99-CB9B-C4675178F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B0B6C-B729-1AE5-1433-A23C4E86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9716E-6E81-6F7E-63F8-12E789ED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8C4D0-1C98-2CC8-F894-12CB5496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8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A9739-70B1-80BA-C4C8-38C2E07CE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E34FD-AD28-9FD2-2063-E62782E87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2A30A-CADC-EC7A-8F9A-8DC89DA1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49AE-68B6-AFA5-9C80-7099F1F9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5F19E-E279-5952-8A5D-17956C7B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8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10908-7DBE-E3DF-C8BE-0942C894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510D-5505-CA48-3B22-DF589514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01EE5-93C7-8273-41F1-29F48100A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0F8C4-CDA8-40FD-8922-D2FE3E42C85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49C50-0E00-C696-7433-A370B417A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BFBA8-37FD-816B-D766-21B8BD287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8BAB0-13CD-43F0-8097-4FBBA044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2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B33C-8C66-25A4-D5A3-A77D05DC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0" y="121911"/>
            <a:ext cx="10515600" cy="732550"/>
          </a:xfrm>
        </p:spPr>
        <p:txBody>
          <a:bodyPr>
            <a:normAutofit/>
          </a:bodyPr>
          <a:lstStyle/>
          <a:p>
            <a:r>
              <a:rPr lang="en-US" dirty="0"/>
              <a:t>UML CLASS DIGRAM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3E646B0-392C-FF24-68B3-39C2F8F63C19}"/>
              </a:ext>
            </a:extLst>
          </p:cNvPr>
          <p:cNvSpPr/>
          <p:nvPr/>
        </p:nvSpPr>
        <p:spPr>
          <a:xfrm>
            <a:off x="818490" y="1093600"/>
            <a:ext cx="2204545" cy="2855642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21FC97A-9AAE-E73E-D18A-3BF1E9E5776C}"/>
              </a:ext>
            </a:extLst>
          </p:cNvPr>
          <p:cNvSpPr/>
          <p:nvPr/>
        </p:nvSpPr>
        <p:spPr>
          <a:xfrm>
            <a:off x="4882056" y="4252359"/>
            <a:ext cx="2123090" cy="2354318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 err="1">
                <a:solidFill>
                  <a:schemeClr val="dk1"/>
                </a:solidFill>
              </a:rPr>
              <a:t>ddittem</a:t>
            </a:r>
            <a:endParaRPr lang="en-US" dirty="0">
              <a:solidFill>
                <a:schemeClr val="dk1"/>
              </a:solidFill>
            </a:endParaRPr>
          </a:p>
          <a:p>
            <a:r>
              <a:rPr lang="en-US" dirty="0"/>
              <a:t>  </a:t>
            </a:r>
            <a:r>
              <a:rPr lang="en-US" dirty="0" err="1"/>
              <a:t>Removeitem</a:t>
            </a:r>
            <a:endParaRPr lang="en-US" dirty="0"/>
          </a:p>
          <a:p>
            <a:r>
              <a:rPr lang="en-US" dirty="0">
                <a:solidFill>
                  <a:schemeClr val="dk1"/>
                </a:solidFill>
              </a:rPr>
              <a:t>  </a:t>
            </a:r>
            <a:r>
              <a:rPr lang="en-US" dirty="0" err="1"/>
              <a:t>C</a:t>
            </a:r>
            <a:r>
              <a:rPr lang="en-US" dirty="0" err="1">
                <a:solidFill>
                  <a:schemeClr val="dk1"/>
                </a:solidFill>
              </a:rPr>
              <a:t>alculateTotal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8C3357FE-5670-23CB-3475-D9066FC3E31D}"/>
              </a:ext>
            </a:extLst>
          </p:cNvPr>
          <p:cNvSpPr/>
          <p:nvPr/>
        </p:nvSpPr>
        <p:spPr>
          <a:xfrm>
            <a:off x="5033819" y="402941"/>
            <a:ext cx="2123090" cy="2803169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dk1"/>
                </a:solidFill>
              </a:rPr>
              <a:t>Name</a:t>
            </a:r>
          </a:p>
          <a:p>
            <a:r>
              <a:rPr lang="en-US" dirty="0"/>
              <a:t>Email</a:t>
            </a:r>
          </a:p>
          <a:p>
            <a:r>
              <a:rPr lang="en-US" dirty="0">
                <a:solidFill>
                  <a:schemeClr val="dk1"/>
                </a:solidFill>
              </a:rPr>
              <a:t>Password</a:t>
            </a:r>
          </a:p>
          <a:p>
            <a:r>
              <a:rPr lang="en-US" dirty="0"/>
              <a:t>Phone</a:t>
            </a:r>
          </a:p>
          <a:p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3388B3DB-724A-7B79-9CD6-A29F2948D231}"/>
              </a:ext>
            </a:extLst>
          </p:cNvPr>
          <p:cNvSpPr/>
          <p:nvPr/>
        </p:nvSpPr>
        <p:spPr>
          <a:xfrm>
            <a:off x="9320050" y="3892993"/>
            <a:ext cx="2204545" cy="2354318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Method</a:t>
            </a:r>
          </a:p>
          <a:p>
            <a:r>
              <a:rPr lang="en-US" sz="2400" dirty="0"/>
              <a:t>S</a:t>
            </a:r>
            <a:r>
              <a:rPr lang="en-US" sz="2400" dirty="0">
                <a:solidFill>
                  <a:schemeClr val="dk1"/>
                </a:solidFill>
              </a:rPr>
              <a:t>tatus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C5E26D-F1AB-55AF-A17B-4BA194C04516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3023035" y="1804526"/>
            <a:ext cx="2010784" cy="7168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E45C60-49BE-5349-64FF-3B096EA9E7D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5943601" y="3206110"/>
            <a:ext cx="151763" cy="10462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44233E-894D-C4EE-2AF6-CE18591B4FF9}"/>
              </a:ext>
            </a:extLst>
          </p:cNvPr>
          <p:cNvCxnSpPr>
            <a:cxnSpLocks/>
          </p:cNvCxnSpPr>
          <p:nvPr/>
        </p:nvCxnSpPr>
        <p:spPr>
          <a:xfrm flipH="1">
            <a:off x="851338" y="1627020"/>
            <a:ext cx="21716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E2D0AF-230B-8814-E910-953B3FA95DD1}"/>
              </a:ext>
            </a:extLst>
          </p:cNvPr>
          <p:cNvSpPr txBox="1"/>
          <p:nvPr/>
        </p:nvSpPr>
        <p:spPr>
          <a:xfrm>
            <a:off x="851338" y="1114403"/>
            <a:ext cx="1555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product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DA1AC1-BB18-5F18-CC80-F5A41A99D5D0}"/>
              </a:ext>
            </a:extLst>
          </p:cNvPr>
          <p:cNvSpPr txBox="1"/>
          <p:nvPr/>
        </p:nvSpPr>
        <p:spPr>
          <a:xfrm>
            <a:off x="935421" y="1860331"/>
            <a:ext cx="2087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Name</a:t>
            </a:r>
          </a:p>
          <a:p>
            <a:r>
              <a:rPr lang="en-US" sz="2000" dirty="0"/>
              <a:t>Price</a:t>
            </a:r>
          </a:p>
          <a:p>
            <a:r>
              <a:rPr lang="en-US" sz="2000" dirty="0"/>
              <a:t>Description</a:t>
            </a:r>
          </a:p>
          <a:p>
            <a:r>
              <a:rPr lang="en-US" sz="2000" dirty="0"/>
              <a:t>Image URL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55BA30-E517-45D0-90C4-0106E713DD9E}"/>
              </a:ext>
            </a:extLst>
          </p:cNvPr>
          <p:cNvCxnSpPr>
            <a:cxnSpLocks/>
          </p:cNvCxnSpPr>
          <p:nvPr/>
        </p:nvCxnSpPr>
        <p:spPr>
          <a:xfrm flipH="1">
            <a:off x="869729" y="3335673"/>
            <a:ext cx="21861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1E9DE86-1C8D-78AB-FCF3-FE982353DF5E}"/>
              </a:ext>
            </a:extLst>
          </p:cNvPr>
          <p:cNvSpPr txBox="1"/>
          <p:nvPr/>
        </p:nvSpPr>
        <p:spPr>
          <a:xfrm>
            <a:off x="935421" y="3415862"/>
            <a:ext cx="1660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en-US" sz="2400" dirty="0" err="1"/>
              <a:t>getDtails</a:t>
            </a:r>
            <a:r>
              <a:rPr lang="en-US" dirty="0"/>
              <a:t>(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F43938-1831-9394-B6AC-3E73C74219E3}"/>
              </a:ext>
            </a:extLst>
          </p:cNvPr>
          <p:cNvCxnSpPr>
            <a:cxnSpLocks/>
          </p:cNvCxnSpPr>
          <p:nvPr/>
        </p:nvCxnSpPr>
        <p:spPr>
          <a:xfrm flipH="1">
            <a:off x="4882056" y="4938072"/>
            <a:ext cx="2123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6BE5F25-0C1F-CE20-4C04-B1EF3AE49D4C}"/>
              </a:ext>
            </a:extLst>
          </p:cNvPr>
          <p:cNvCxnSpPr>
            <a:stCxn id="4" idx="2"/>
          </p:cNvCxnSpPr>
          <p:nvPr/>
        </p:nvCxnSpPr>
        <p:spPr>
          <a:xfrm>
            <a:off x="1920763" y="3949242"/>
            <a:ext cx="2961293" cy="785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C21E535-5F8A-4E93-9666-AE4B73DE52E4}"/>
              </a:ext>
            </a:extLst>
          </p:cNvPr>
          <p:cNvCxnSpPr>
            <a:cxnSpLocks/>
          </p:cNvCxnSpPr>
          <p:nvPr/>
        </p:nvCxnSpPr>
        <p:spPr>
          <a:xfrm flipH="1">
            <a:off x="4882056" y="6123458"/>
            <a:ext cx="2123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3977212-01B3-37C3-A44D-9B0D54055433}"/>
              </a:ext>
            </a:extLst>
          </p:cNvPr>
          <p:cNvSpPr txBox="1"/>
          <p:nvPr/>
        </p:nvSpPr>
        <p:spPr>
          <a:xfrm>
            <a:off x="4882056" y="4299195"/>
            <a:ext cx="1793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items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158926-C319-E745-B810-03694DB5134B}"/>
              </a:ext>
            </a:extLst>
          </p:cNvPr>
          <p:cNvCxnSpPr>
            <a:cxnSpLocks/>
          </p:cNvCxnSpPr>
          <p:nvPr/>
        </p:nvCxnSpPr>
        <p:spPr>
          <a:xfrm flipH="1">
            <a:off x="9320050" y="4494301"/>
            <a:ext cx="22045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84EE137-9EEF-0C84-235D-B9B7F84D91F4}"/>
              </a:ext>
            </a:extLst>
          </p:cNvPr>
          <p:cNvCxnSpPr>
            <a:cxnSpLocks/>
          </p:cNvCxnSpPr>
          <p:nvPr/>
        </p:nvCxnSpPr>
        <p:spPr>
          <a:xfrm flipH="1">
            <a:off x="9320050" y="5784729"/>
            <a:ext cx="22045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A5CF505-55AA-7494-CD95-FEDEC00F00D6}"/>
              </a:ext>
            </a:extLst>
          </p:cNvPr>
          <p:cNvSpPr txBox="1"/>
          <p:nvPr/>
        </p:nvSpPr>
        <p:spPr>
          <a:xfrm>
            <a:off x="9320050" y="3892993"/>
            <a:ext cx="155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payment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694B1A-A43F-5D9C-10A7-0D44F5BF90FA}"/>
              </a:ext>
            </a:extLst>
          </p:cNvPr>
          <p:cNvSpPr txBox="1"/>
          <p:nvPr/>
        </p:nvSpPr>
        <p:spPr>
          <a:xfrm>
            <a:off x="9408160" y="5831354"/>
            <a:ext cx="117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Pay()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221EE90-35ED-8003-9F9A-91C978B19501}"/>
              </a:ext>
            </a:extLst>
          </p:cNvPr>
          <p:cNvCxnSpPr>
            <a:cxnSpLocks/>
          </p:cNvCxnSpPr>
          <p:nvPr/>
        </p:nvCxnSpPr>
        <p:spPr>
          <a:xfrm flipH="1">
            <a:off x="5034455" y="854462"/>
            <a:ext cx="21230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B180408-539A-F07D-9C6A-79B0076064F9}"/>
              </a:ext>
            </a:extLst>
          </p:cNvPr>
          <p:cNvCxnSpPr>
            <a:cxnSpLocks/>
          </p:cNvCxnSpPr>
          <p:nvPr/>
        </p:nvCxnSpPr>
        <p:spPr>
          <a:xfrm flipH="1">
            <a:off x="5053503" y="2296904"/>
            <a:ext cx="21040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C765151-02DC-60B1-8117-4CF19805DCE8}"/>
              </a:ext>
            </a:extLst>
          </p:cNvPr>
          <p:cNvSpPr txBox="1"/>
          <p:nvPr/>
        </p:nvSpPr>
        <p:spPr>
          <a:xfrm>
            <a:off x="5110649" y="2343741"/>
            <a:ext cx="142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Login</a:t>
            </a:r>
          </a:p>
          <a:p>
            <a:r>
              <a:rPr lang="en-US" sz="2400" dirty="0"/>
              <a:t>register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EA6E1D-F02C-4E79-A2B9-89F93A11A59E}"/>
              </a:ext>
            </a:extLst>
          </p:cNvPr>
          <p:cNvSpPr txBox="1"/>
          <p:nvPr/>
        </p:nvSpPr>
        <p:spPr>
          <a:xfrm>
            <a:off x="5053503" y="362614"/>
            <a:ext cx="178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30024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UML CLASS DIGRAM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20230089</dc:creator>
  <cp:lastModifiedBy>20230089</cp:lastModifiedBy>
  <cp:revision>1</cp:revision>
  <dcterms:created xsi:type="dcterms:W3CDTF">2025-12-07T10:58:43Z</dcterms:created>
  <dcterms:modified xsi:type="dcterms:W3CDTF">2025-12-07T10:59:19Z</dcterms:modified>
</cp:coreProperties>
</file>